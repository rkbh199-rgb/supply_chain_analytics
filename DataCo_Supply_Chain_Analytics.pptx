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DataCo SMART Supply Chain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6E4F0"/>
                </a:solidFill>
              </a:rPr>
              <a:t>Performance Analytics · 2015 – 2018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</a:rPr>
              <a:t>Integrated analysis of sales, profitability, customers, products,
shipping performance and geographic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E4F0"/>
                </a:solidFill>
              </a:rPr>
              <a:t>Dataset: 180,519 order records  |  65,752 unique orders  |  20,652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DataCo SMART Supply Chain Analytics  |  All figures computed from actual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What this project sets out to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 Perform end-to-end analysis of a real-world supply chain dataset spanning 4 years (2015–2018)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 Identify the key drivers of revenue, profit, and late deliveries across markets, segments, and products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 Answer critical business questions: Why is the late delivery rate above 50%? Which markets and products are most profitable?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 Build an interactive Streamlit dashboard to enable ongoing self-service analytics by any stakeholder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 Generate actionable, evidence-based recommendations to improve operations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•  Provide a reusable, well-documented Python codebase (analysis.py) as a single 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DataCo SMART Supply Chain Analytics  |  All figures computed from actual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DataCoSupplyChainDataset.csv — actual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Total Order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180,519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5544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Unique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385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65,752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5544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Unique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385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20,652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5544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Raw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9385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53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260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Columns After Clean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3101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49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9260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Rows Dropped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3101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29260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Global Markets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3101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29260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Order Regions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3101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3434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Date Range: 2015 – 2018  |  Encoding: latin-1 (non-ASCII characters present)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Markets: Africa, Europe, LATAM, Pacific Asia, USCA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Customer Segments: Consumer, Corporate, Home Office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Shipping Modes: Standard Class, Second Class, First Class, Same 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DataCo SMART Supply Chain Analytics  |  All figures computed from actual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Cleaning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What was done to prepare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Data Cleaning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Parsed order &amp; shipping dates to datetime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Stripped whitespace from all string columns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Dropped 4 columns: Product Description (100% missing),
   Product Image, Customer Password, Customer Email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Filled 8 missing Customer Lname → 'Unknown'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Filled 3 missing Customer Zipcode → 0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Result: 180,519 rows × 49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Feature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Order Year, Month, Quarter, YearMonth (time series)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Shipping Delay Days = Actual − Scheduled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Is Late = 1 if Delivery Status == 'Late delivery'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Profit Margin (%) = Profit / Sales × 100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Revenue Band (Low/Medium/High/Very High quartile bands)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9 new derived columns  →  total: 58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DataCo SMART Supply Chain Analytics  |  All figures computed from actual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Sales &amp; Profitability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Revenue and profit across markets and segments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$36.78M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5544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Total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385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$3.97M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5544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Profit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385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10.8%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5544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Avg Discount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9385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10.2%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Revenue by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2004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Europe          $10.87M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LATAM           $10.28M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Pacific Asia    $8.27M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USCA            $5.07M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Africa          $2.29M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Avg Profit Margin by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004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Africa          11.4%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Europe          11.2%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USCA            11.1%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LATAM           11.1%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Pacific Asia    10.6%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DataCo SMART Supply Chain Analytics  |  All figures computed from actual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Customer &amp; Product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Segment performance and top-performing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Customer Segment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Consumer: $19.10M sales, $2.07M profit (51.9%)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Corporate: $11.17M sales, $1.20M profit (30.4%)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Home Office: $6.52M sales, $0.69M profit (17.7%)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Payment Type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6052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DEBIT: 69,295 orders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TRANSFER: 49,883 orders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PAYMENT: 41,725 orders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CASH: 19,616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Top 8 Products by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04040"/>
                </a:solidFill>
              </a:rPr>
              <a:t>•  Field &amp; Stream Sportsman 16 Gun Fire S   $756K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04040"/>
                </a:solidFill>
              </a:rPr>
              <a:t>•  Perfect Fitness Perfect Rip Deck         $494K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04040"/>
                </a:solidFill>
              </a:rPr>
              <a:t>•  Diamondback Women's Serene Classic Com   $427K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04040"/>
                </a:solidFill>
              </a:rPr>
              <a:t>•  Nike Men's Free 5.0+ Running Shoe        $380K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04040"/>
                </a:solidFill>
              </a:rPr>
              <a:t>•  Nike Men's Dri-FIT Victory Golf Polo     $350K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04040"/>
                </a:solidFill>
              </a:rPr>
              <a:t>•  Pelican Sunstream 100 Kayak              $324K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04040"/>
                </a:solidFill>
              </a:rPr>
              <a:t>•  O'Brien Men's Neoprene Life Vest         $318K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04040"/>
                </a:solidFill>
              </a:rPr>
              <a:t>•  Nike Men's CJ Elite 2 TD Football Clea   $312K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DataCo SMART Supply Chain Analytics  |  All figures computed from actual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Shipping &amp; Delivery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On-time performance, shipping modes, and delay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Late Delivery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54.8%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5544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On-Time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385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40.9%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5544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Avg Shipping Delay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385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0.57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554480"/>
            <a:ext cx="2560320" cy="1143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Most Used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93852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76C"/>
                </a:solidFill>
              </a:rPr>
              <a:t>Standard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Late Rate by Shipping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2461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First Class          95.3% late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Second Class         76.6% late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Same Day             45.7% late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Standard Class       38.1% 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Delivery Status Breakdown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461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Late delivery: 98,977 (54.8%)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Advance shipping: 41,592 (23.0%)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Shipping on time: 32,196 (17.8%)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Shipping canceled: 7,754 (4.3%)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</a:rPr>
              <a:t>Highest Late-Rate Regions (Top 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5778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00000"/>
                </a:solidFill>
              </a:rPr>
              <a:t>•  Central Africa: 58.0%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00000"/>
                </a:solidFill>
              </a:rPr>
              <a:t>•  South Asia: 56.3%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00000"/>
                </a:solidFill>
              </a:rPr>
              <a:t>•  East Africa: 55.9%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00000"/>
                </a:solidFill>
              </a:rPr>
              <a:t>•  Western Europe: 55.8%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00000"/>
                </a:solidFill>
              </a:rPr>
              <a:t>•  South of  USA: 55.8%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DataCo SMART Supply Chain Analytics  |  All figures computed from actual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Geographic &amp; Market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Revenue and profit across global markets and regions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Market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Europe           Revenue: $10.87M   Profit: $1169K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LATAM            Revenue: $10.28M   Profit: $1123K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Pacific Asia     Revenue: $8.27M   Profit: $858K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USCA             Revenue: $5.07M   Profit: $564K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Africa           Revenue: $2.29M   Profit: $252K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97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Top 8 Regions by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7091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Western Europe: $5.89M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Central America: $5.67M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South America: $2.96M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Northern Europe: $2.16M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Southern Europe: $2.05M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Oceania: $2.02M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Southeast Asia: $1.93M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Caribbean: $1.65M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97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Top 8 Countries by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7091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Estados Unidos: $4880K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Francia: $2880K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México: $2633K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Alemania: $2074K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Australia: $1695K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Reino Unido: $1612K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Brasil: $1594K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China: $1173K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DataCo SMART Supply Chain Analytics  |  All figures computed from actual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Interactive 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app.py — live analytics with sidebar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📊 Executive Overview  —  KPI cards, monthly trends, market revenue, delivery status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💰 Sales &amp; Profitability  —  Profit by market/dept, sales vs profit scatter, yearly comparison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👥 Customer Analytics  —  Segment breakdown, revenue/profit by segment, top 20 customers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📦 Product Analytics  —  Top categories/products by sales &amp; profit, category margin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🚚 Shipping &amp; Delivery  —  Shipping mode dist., late rate by mode, order status breakdown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🌍 Geographic Performance  —  Revenue &amp; profit by market, region, country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💡 Key Insights  —  Dynamically generated insights from currently filtered data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✅ Recommendations  —  Priority-ranked actionable recommendations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🔎 Data Explorer  —  Filterable table view with CSV download button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Run:  streamlit run 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DataCo SMART Supply Chain Analytics  |  All figures computed from actual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Findings, Recommendations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Evidence-based actions derived from actual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💰 Total revenue of $36,784,735 with an overall profit of $3,966,903 (margin: 10.8%).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🌍 Europe is the top-performing market, contributing 29.6% of total revenue.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🚚 Late delivery rate is 54.8%. The region most affected by late deliveries is Central Africa.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✅ On-time delivery rate: 40.9%.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👥 The 'Consumer' customer segment contributes 52.3% of total profit.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Top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[High] Late delivery rate is high at 54.8%.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[High] Average discount rate is 10.2%, eroding margins.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[Medium] 'Second Class' shipping mode has the highest average delay (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[Medium] 'Central Asia' has the lowest total profit ($13,045).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[Low] Europe is the highest-revenue market.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34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463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The DataCo supply chain dataset reveals a business generating $36.8M in revenue with a 10.8% profit margin. The most critical operational issue is a 54.8% late delivery rate. Targeted improvements in logistics, discount policy, and regional operations can materially improve profitability and customer satisfaction.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DataCo SMART Supply Chain Analytics  |  All figures computed from actual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